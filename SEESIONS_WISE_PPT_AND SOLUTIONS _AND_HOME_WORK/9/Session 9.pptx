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10" roundtripDataSignature="AMtx7mhChJ+Hz48EqcDEvbjx0rx9ItnAg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customschemas.google.com/relationships/presentationmetadata" Target="metadata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" name="Google Shape;5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" name="Google Shape;7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1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11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2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3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13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13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4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5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5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/>
              <a:t>Session 9</a:t>
            </a:r>
            <a:endParaRPr/>
          </a:p>
        </p:txBody>
      </p:sp>
      <p:sp>
        <p:nvSpPr>
          <p:cNvPr id="55" name="Google Shape;55;p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56" name="Google Shape;5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9475" y="0"/>
            <a:ext cx="8839199" cy="6235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/>
              <a:t>Session 12</a:t>
            </a:r>
            <a:endParaRPr/>
          </a:p>
        </p:txBody>
      </p:sp>
      <p:sp>
        <p:nvSpPr>
          <p:cNvPr id="62" name="Google Shape;62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63" name="Google Shape;63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9475" y="0"/>
            <a:ext cx="8839199" cy="623551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/>
              <a:t>Session 12</a:t>
            </a:r>
            <a:endParaRPr/>
          </a:p>
        </p:txBody>
      </p:sp>
      <p:sp>
        <p:nvSpPr>
          <p:cNvPr id="70" name="Google Shape;70;p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71" name="Google Shape;71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9475" y="0"/>
            <a:ext cx="8839199" cy="623551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/>
              <a:t>Session 12</a:t>
            </a:r>
            <a:endParaRPr/>
          </a:p>
        </p:txBody>
      </p:sp>
      <p:sp>
        <p:nvSpPr>
          <p:cNvPr id="78" name="Google Shape;78;p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79" name="Google Shape;7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9475" y="0"/>
            <a:ext cx="8839199" cy="623551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