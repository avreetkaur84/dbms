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gahSLbbDJB0lr2pr5SNw3aREL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F9BF4A-DBE3-4B4D-89E2-CADF94DCB7F3}">
  <a:tblStyle styleId="{22F9BF4A-DBE3-4B4D-89E2-CADF94DCB7F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/>
              <a:t>Session 10 and 11 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/>
        </p:nvGraphicFramePr>
        <p:xfrm>
          <a:off x="1338020" y="1236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{22F9BF4A-DBE3-4B4D-89E2-CADF94DCB7F3}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product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category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LAPTOP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SMARTPHONE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TABLETS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PRINTER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HEADPHONES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SMARTWATCH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KEYBOARD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MOUSE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MONITOR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254"/>
            <a:ext cx="9051010" cy="114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" y="8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567422" y="407291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IN" u="sng"/>
              <a:t>Output:</a:t>
            </a:r>
            <a:endParaRPr b="1" u="sng"/>
          </a:p>
        </p:txBody>
      </p:sp>
      <p:graphicFrame>
        <p:nvGraphicFramePr>
          <p:cNvPr id="69" name="Google Shape;69;p3"/>
          <p:cNvGraphicFramePr/>
          <p:nvPr/>
        </p:nvGraphicFramePr>
        <p:xfrm>
          <a:off x="958311" y="1132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{22F9BF4A-DBE3-4B4D-89E2-CADF94DCB7F3}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product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category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PRINTER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TABLETS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SMARTPHONE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LAPTOP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ELECTRONICS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MONITOR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MOUSE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KEYBOARD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SMARTWATCH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HEADPHONES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ACCESSORIES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/>
              <a:t>Session 14</a:t>
            </a:r>
            <a:endParaRPr/>
          </a:p>
        </p:txBody>
      </p:sp>
      <p:sp>
        <p:nvSpPr>
          <p:cNvPr id="75" name="Google Shape;7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761" y="515118"/>
            <a:ext cx="2328611" cy="577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/>
              <a:t>Session 14</a:t>
            </a:r>
            <a:endParaRPr/>
          </a:p>
        </p:txBody>
      </p: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6707" y="581798"/>
            <a:ext cx="2349621" cy="533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