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iREWZJphqA63wDVd74k8AbsJOE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8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11</a:t>
            </a:r>
            <a:endParaRPr/>
          </a:p>
        </p:txBody>
      </p:sp>
      <p:sp>
        <p:nvSpPr>
          <p:cNvPr id="62" name="Google Shape;6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11</a:t>
            </a:r>
            <a:endParaRPr/>
          </a:p>
        </p:txBody>
      </p:sp>
      <p:sp>
        <p:nvSpPr>
          <p:cNvPr id="70" name="Google Shape;7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11</a:t>
            </a:r>
            <a:endParaRPr/>
          </a:p>
        </p:txBody>
      </p:sp>
      <p:sp>
        <p:nvSpPr>
          <p:cNvPr id="78" name="Google Shape;78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11</a:t>
            </a:r>
            <a:endParaRPr/>
          </a:p>
        </p:txBody>
      </p:sp>
      <p:sp>
        <p:nvSpPr>
          <p:cNvPr id="86" name="Google Shape;86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