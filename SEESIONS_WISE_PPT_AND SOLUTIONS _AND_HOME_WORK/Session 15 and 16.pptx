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labh Bhatiya" userId="4aeb1d964388bde7" providerId="LiveId" clId="{F1BE86B2-52BC-4110-B142-B68EC8350F78}"/>
    <pc:docChg chg="modSld">
      <pc:chgData name="Shalabh Bhatiya" userId="4aeb1d964388bde7" providerId="LiveId" clId="{F1BE86B2-52BC-4110-B142-B68EC8350F78}" dt="2025-12-23T05:49:38.423" v="1" actId="1035"/>
      <pc:docMkLst>
        <pc:docMk/>
      </pc:docMkLst>
      <pc:sldChg chg="modSp mod">
        <pc:chgData name="Shalabh Bhatiya" userId="4aeb1d964388bde7" providerId="LiveId" clId="{F1BE86B2-52BC-4110-B142-B68EC8350F78}" dt="2025-12-23T05:49:38.423" v="1" actId="1035"/>
        <pc:sldMkLst>
          <pc:docMk/>
          <pc:sldMk cId="0" sldId="259"/>
        </pc:sldMkLst>
        <pc:picChg chg="mod">
          <ac:chgData name="Shalabh Bhatiya" userId="4aeb1d964388bde7" providerId="LiveId" clId="{F1BE86B2-52BC-4110-B142-B68EC8350F78}" dt="2025-12-23T05:49:38.423" v="1" actId="1035"/>
          <ac:picMkLst>
            <pc:docMk/>
            <pc:sldMk cId="0" sldId="259"/>
            <ac:picMk id="8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1F15A-BFFA-47A3-B121-099988EF32B7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29889-9171-456B-9B46-73BE02276B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82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ca2bbfb2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ca2bbfb23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ca2bbfb23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ca2bbfb23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ca36cf6b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ca36cf6b3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7FB5-5E1D-44E5-9704-53F9E1DE5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65A14-61D4-EE7F-D5ED-7CA609917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CA582-20D7-F60D-1008-A9FEB258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B5272-2E3D-2171-0BA1-512FF787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71E68-58C1-3D99-91CE-66569393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1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F023-5923-6EF3-2168-90E3596B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9D7B1-818D-E084-7157-70241FB14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FD5D9-6042-D769-4507-1A8CF997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03C3C-981D-F362-7D1A-3EFFB599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8B1C1-7097-D66B-3A82-A6AE151B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83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7284-7EB6-CBA5-BEC9-653E1622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A46E4-1CF5-D4EC-B531-82BCBA21D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74EE4-994E-DBE9-D360-35E1F842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D67AC-5551-A06C-AAEA-4A87FF7DE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B68B1-F004-DF03-38BB-73BE7469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0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2778-2F74-0571-4568-B2D9EA44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896F0-5AD6-2CF8-0107-75E302322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A1F9B-C463-8709-82F0-974BF429D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FF552-F244-4FDC-623F-BB06ACA6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E663C-79BA-DCD1-3B6F-07B03624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B8D0C-E4A7-DC6C-D65E-0DC3B6113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85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3231-7089-E5E9-D6F1-992D7AEB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B4F5D-6BB3-77EE-31E2-11B957CFE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5E883-DFD3-8D34-A770-312919735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4443CD-2768-0D6B-C1C7-5F5098286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DA44A-B8D1-9DC4-1A5D-3529E4C73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85073-195B-3604-3233-AAE431A0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52759-FD06-4B66-5A8E-67560B9A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26DA8A-A34E-02E5-C642-7B000285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00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D8B5-223A-1380-A97C-0F3E4086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6D276-34EF-A7C7-F58A-B6CA04F2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F94A4-D093-F9A6-30B7-A6A3FCBB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BBF31-AFEB-0AE3-7FC3-88708F73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60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D8917-C4A7-20D6-1D60-518A0621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A1099-7DC8-F770-4F17-9F2A407C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C6090-56AD-F994-3258-50E54C9A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39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ABF1-AA75-355E-C5BE-CD89B141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65C44-3A50-9530-0CEB-E2A296476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300DF-9C7D-0F05-276B-3AAF92776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EA72E-D8E7-94EC-5D86-4CB94B71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C7BC6-0EAA-658C-96D4-DD47B877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3EAA2-1291-1B62-958D-93633EF46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08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EAD6-7912-41F4-0B6D-572B5EF34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CB14A-B5C3-5D3D-F61A-F7E6EAD2D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563AA-239F-B376-6564-AC3E5015F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AFEC7-7848-E0EE-8A94-149D0B94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FF101-CF53-221A-C2E2-E5626787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6F6EA-8223-C28F-10F4-98D33BAA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05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9106-2F54-577F-7758-8256E1AE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A536A-5091-CD51-9926-7004C2447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2C998-0D00-808C-9C78-5717C031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A5305-699C-F1EC-978C-2F1903BF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94C38-1A8E-31AC-9281-97C5348D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D0717-11C7-3CFE-5432-1DA37A0B0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12BAC-DD32-EE7B-6C45-8CB60DB84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FACFE-AE9C-EF3A-A2BF-5F01C652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0BDAC-A843-2B98-2E00-518F99D6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74CD8-96C3-58A3-533F-9212ED63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7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A74BE-4E12-55A1-563D-9ECC7B6C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407F-B9FB-3D07-7A7E-A18E54405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B1F28-CDB6-432D-7C6B-EE3E85146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73B5B-BA2E-47AE-828B-3DE0A4067FD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B2B6-4C22-3C35-E7B5-545197DCE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0E168-1EDF-1718-879D-051A69C0D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C3DA1-DDB9-4C00-B2E7-9482864BB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1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5CB0-4180-8DE8-A171-40EFE2D88E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Session 15 and 16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890EC-F7F0-F78C-D3BD-217EF5ECB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01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Session 13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967" y="1"/>
            <a:ext cx="11785599" cy="83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Session 13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967" y="1"/>
            <a:ext cx="11785599" cy="83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Session 14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967" y="1"/>
            <a:ext cx="11785599" cy="83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0548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</Words>
  <Application>Microsoft Office PowerPoint</Application>
  <PresentationFormat>Widescreen</PresentationFormat>
  <Paragraphs>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Session 15 and 16</vt:lpstr>
      <vt:lpstr>Session 13</vt:lpstr>
      <vt:lpstr>Session 13</vt:lpstr>
      <vt:lpstr>Session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Shalabh Bhatiya</dc:creator>
  <cp:lastModifiedBy>Shalabh Bhatiya</cp:lastModifiedBy>
  <cp:revision>1</cp:revision>
  <dcterms:created xsi:type="dcterms:W3CDTF">2025-12-23T04:33:33Z</dcterms:created>
  <dcterms:modified xsi:type="dcterms:W3CDTF">2025-12-23T06:13:54Z</dcterms:modified>
</cp:coreProperties>
</file>