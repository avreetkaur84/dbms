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wJFKHfA+qrndRWjYqBSBAnIMA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1320757" cy="7990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1390436" y="113015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b="0" i="0" sz="6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18517" y="37788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u="sng"/>
              <a:t>Ques 1: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676" y="1578521"/>
            <a:ext cx="10387173" cy="478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981" y="1017141"/>
            <a:ext cx="11065267" cy="5712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924674"/>
            <a:ext cx="10515600" cy="52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u="sng"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676" y="924673"/>
            <a:ext cx="11904324" cy="593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u="sng"/>
              <a:t>Ques 2</a:t>
            </a:r>
            <a:endParaRPr b="1" u="sng"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467" y="1571947"/>
            <a:ext cx="12144054" cy="4605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2025-11-30T09:46:17Z</dcterms:created>
  <dc:creator>Shalabh Bhatiya</dc:creator>
</cp:coreProperties>
</file>