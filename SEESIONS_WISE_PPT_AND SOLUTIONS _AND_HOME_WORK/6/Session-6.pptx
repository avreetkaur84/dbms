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91" r:id="rId3"/>
    <p:sldId id="292" r:id="rId4"/>
    <p:sldId id="296" r:id="rId5"/>
    <p:sldId id="305" r:id="rId6"/>
    <p:sldId id="30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hGdh5Rm1u/zduy26GioZ5Byevt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" name="Google Shape;11;p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1320757" cy="79902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1390436" y="113015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IN"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Winter Winning Camp</a:t>
            </a:r>
            <a:endParaRPr sz="6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318517" y="377883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Career Planning &amp; Development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48EA4-1D60-40A4-3C0A-B9ED2A90E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Subqueries: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A0B91-470F-6A3B-66F4-28C958CB9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subquery</a:t>
            </a:r>
            <a:r>
              <a:rPr lang="en-US" dirty="0"/>
              <a:t> is a query inside another SQL query.</a:t>
            </a:r>
            <a:br>
              <a:rPr lang="en-US" dirty="0"/>
            </a:br>
            <a:r>
              <a:rPr lang="en-US" dirty="0"/>
              <a:t>It runs first and gives output to the outer query.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Types of Subquery:</a:t>
            </a:r>
            <a:endParaRPr lang="en-IN" b="1" u="sng" dirty="0"/>
          </a:p>
          <a:p>
            <a:pPr marL="0" indent="0">
              <a:buNone/>
            </a:pP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) </a:t>
            </a:r>
            <a:r>
              <a:rPr lang="en-US" b="1" u="sng" dirty="0"/>
              <a:t>Inline subquery</a:t>
            </a:r>
            <a:r>
              <a:rPr lang="en-IN" b="1" u="sng" dirty="0"/>
              <a:t> </a:t>
            </a:r>
            <a:r>
              <a:rPr lang="en-IN" dirty="0"/>
              <a:t>: </a:t>
            </a:r>
            <a:r>
              <a:rPr lang="en-US" dirty="0"/>
              <a:t>An </a:t>
            </a:r>
            <a:r>
              <a:rPr lang="en-US" b="1" dirty="0"/>
              <a:t>inline subquery</a:t>
            </a:r>
            <a:r>
              <a:rPr lang="en-US" dirty="0"/>
              <a:t> is a </a:t>
            </a:r>
            <a:r>
              <a:rPr lang="en-US" b="1" dirty="0"/>
              <a:t>SELECT query written inside another SELECT query</a:t>
            </a:r>
            <a:r>
              <a:rPr lang="en-US" dirty="0"/>
              <a:t> (usually inside the FROM clause).</a:t>
            </a:r>
          </a:p>
          <a:p>
            <a:r>
              <a:rPr lang="en-US" dirty="0"/>
              <a:t>It works like a </a:t>
            </a:r>
            <a:r>
              <a:rPr lang="en-US" b="1" dirty="0"/>
              <a:t>temporary table inside the main query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Syntax: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0EDE71-BCB0-C9FC-3B07-157B46243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881" y="5238287"/>
            <a:ext cx="2228965" cy="133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16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B4762-F7DD-0288-3D56-8BE40DD57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9191"/>
            <a:ext cx="10515600" cy="54577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(ii)</a:t>
            </a:r>
            <a:r>
              <a:rPr lang="en-IN" dirty="0"/>
              <a:t> </a:t>
            </a:r>
            <a:r>
              <a:rPr lang="en-IN" b="1" u="sng" dirty="0"/>
              <a:t>Nested Subquery</a:t>
            </a:r>
            <a:r>
              <a:rPr lang="en-IN" u="sng" dirty="0"/>
              <a:t>:</a:t>
            </a:r>
          </a:p>
          <a:p>
            <a:pPr marL="0" indent="0">
              <a:buNone/>
            </a:pPr>
            <a:r>
              <a:rPr lang="en-IN" dirty="0"/>
              <a:t>Subquery inside Subquery is a </a:t>
            </a:r>
            <a:r>
              <a:rPr lang="en-IN" b="1" dirty="0"/>
              <a:t>nested Subquery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(iii)</a:t>
            </a:r>
            <a:r>
              <a:rPr lang="en-IN" b="1" u="sng" dirty="0"/>
              <a:t> </a:t>
            </a:r>
            <a:r>
              <a:rPr lang="en-US" b="1" u="sng" dirty="0"/>
              <a:t>Multi-Row Subquery :</a:t>
            </a:r>
          </a:p>
          <a:p>
            <a:r>
              <a:rPr lang="en-US" dirty="0"/>
              <a:t>A </a:t>
            </a:r>
            <a:r>
              <a:rPr lang="en-US" i="1" dirty="0"/>
              <a:t>multi-row</a:t>
            </a:r>
            <a:r>
              <a:rPr lang="en-US" dirty="0"/>
              <a:t> subquery returns </a:t>
            </a:r>
            <a:r>
              <a:rPr lang="en-US" b="1" dirty="0"/>
              <a:t>multiple rows</a:t>
            </a:r>
            <a:r>
              <a:rPr lang="en-US" dirty="0"/>
              <a:t>, and you must use operators like:</a:t>
            </a:r>
          </a:p>
          <a:p>
            <a:r>
              <a:rPr lang="en-US" dirty="0"/>
              <a:t>IN</a:t>
            </a:r>
          </a:p>
          <a:p>
            <a:r>
              <a:rPr lang="en-US" dirty="0"/>
              <a:t>ANY</a:t>
            </a:r>
          </a:p>
          <a:p>
            <a:r>
              <a:rPr lang="en-US" dirty="0"/>
              <a:t>ALL</a:t>
            </a:r>
          </a:p>
          <a:p>
            <a:r>
              <a:rPr lang="en-US" dirty="0"/>
              <a:t>EXISTS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5307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E73C7-A76F-EDC0-3DEF-36C2B90AF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2337"/>
            <a:ext cx="10515600" cy="571462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(iv) </a:t>
            </a:r>
            <a:r>
              <a:rPr lang="en-US" b="1" u="sng" dirty="0"/>
              <a:t>Correlated subquery </a:t>
            </a:r>
            <a:r>
              <a:rPr lang="en-US" dirty="0"/>
              <a:t>: A </a:t>
            </a:r>
            <a:r>
              <a:rPr lang="en-US" b="1" dirty="0"/>
              <a:t>correlated subquery</a:t>
            </a:r>
            <a:r>
              <a:rPr lang="en-US" dirty="0"/>
              <a:t> is a subquery that </a:t>
            </a:r>
            <a:r>
              <a:rPr lang="en-US" b="1" dirty="0"/>
              <a:t>depends on a value from the outer query</a:t>
            </a:r>
            <a:r>
              <a:rPr lang="en-US" dirty="0"/>
              <a:t>.</a:t>
            </a:r>
          </a:p>
          <a:p>
            <a:r>
              <a:rPr lang="en-US" dirty="0"/>
              <a:t>The subquery runs </a:t>
            </a:r>
            <a:r>
              <a:rPr lang="en-US" b="1" dirty="0"/>
              <a:t>again and again</a:t>
            </a:r>
            <a:r>
              <a:rPr lang="en-US" dirty="0"/>
              <a:t> for each row of the outer query.</a:t>
            </a:r>
          </a:p>
          <a:p>
            <a:r>
              <a:rPr lang="en-US" dirty="0"/>
              <a:t>It uses a column from the outer query inside the inner query.</a:t>
            </a:r>
          </a:p>
          <a:p>
            <a:r>
              <a:rPr lang="en-US" dirty="0"/>
              <a:t>It is slower than non-correlated subqueries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i="1" dirty="0"/>
              <a:t> </a:t>
            </a:r>
            <a:r>
              <a:rPr lang="en-US" dirty="0"/>
              <a:t>(v)</a:t>
            </a:r>
            <a:r>
              <a:rPr lang="en-US" b="1" i="1" dirty="0"/>
              <a:t> </a:t>
            </a:r>
            <a:r>
              <a:rPr lang="en-US" b="1" i="1" u="sng" dirty="0"/>
              <a:t>Scaler Subquery: </a:t>
            </a:r>
            <a:r>
              <a:rPr lang="en-US" dirty="0"/>
              <a:t>A </a:t>
            </a:r>
            <a:r>
              <a:rPr lang="en-US" b="1" dirty="0"/>
              <a:t>scalar subquery</a:t>
            </a:r>
            <a:r>
              <a:rPr lang="en-US" dirty="0"/>
              <a:t> is a subquery that returns </a:t>
            </a:r>
            <a:r>
              <a:rPr lang="en-US" b="1" dirty="0"/>
              <a:t>exactly one value</a:t>
            </a:r>
            <a:r>
              <a:rPr lang="en-US" dirty="0"/>
              <a:t> (one row &amp; one column).</a:t>
            </a:r>
            <a:endParaRPr lang="en-US" b="1" i="1" u="sng" dirty="0"/>
          </a:p>
          <a:p>
            <a:pPr marL="0" indent="0">
              <a:buNone/>
            </a:pPr>
            <a:endParaRPr lang="en-US" b="1" i="1" u="sng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609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E670-E7D0-FB53-9FCA-768C9543E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(vi) </a:t>
            </a:r>
            <a:r>
              <a:rPr lang="en-IN" b="1" u="sng" dirty="0"/>
              <a:t>SELF-CONTAINED SUBQUERY (NON-CORRELATED SUBQUERY) </a:t>
            </a:r>
            <a:r>
              <a:rPr lang="en-IN" b="1" dirty="0"/>
              <a:t>:</a:t>
            </a:r>
          </a:p>
          <a:p>
            <a:r>
              <a:rPr lang="en-US" dirty="0"/>
              <a:t>A </a:t>
            </a:r>
            <a:r>
              <a:rPr lang="en-US" b="1" dirty="0"/>
              <a:t>self-contained subquery</a:t>
            </a:r>
            <a:r>
              <a:rPr lang="en-US" dirty="0"/>
              <a:t> is a subquery that </a:t>
            </a:r>
            <a:r>
              <a:rPr lang="en-US" b="1" dirty="0"/>
              <a:t>does NOT depend on the outer query</a:t>
            </a:r>
            <a:r>
              <a:rPr lang="en-US" dirty="0"/>
              <a:t>.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It can run </a:t>
            </a:r>
            <a:r>
              <a:rPr lang="en-US" b="1" dirty="0"/>
              <a:t>independently</a:t>
            </a:r>
            <a:br>
              <a:rPr lang="en-US" dirty="0"/>
            </a:br>
            <a:r>
              <a:rPr lang="en-US" dirty="0"/>
              <a:t>=&gt;It returns a value used by the outer query</a:t>
            </a:r>
            <a:br>
              <a:rPr lang="en-US" dirty="0"/>
            </a:br>
            <a:r>
              <a:rPr lang="en-US" dirty="0"/>
              <a:t>=&gt;Outer query does NOT supply data to the inner query</a:t>
            </a:r>
            <a:br>
              <a:rPr lang="en-US" dirty="0"/>
            </a:br>
            <a:r>
              <a:rPr lang="en-US" dirty="0"/>
              <a:t>=&gt; Also called </a:t>
            </a:r>
            <a:r>
              <a:rPr lang="en-US" b="1" dirty="0"/>
              <a:t>non-correlated subquery</a:t>
            </a:r>
          </a:p>
          <a:p>
            <a:pPr marL="0" indent="0">
              <a:buNone/>
            </a:pPr>
            <a:r>
              <a:rPr lang="en-US" b="1" u="sng" dirty="0"/>
              <a:t>Example: </a:t>
            </a:r>
            <a:r>
              <a:rPr lang="en-US" dirty="0"/>
              <a:t>With in ,all ,any, find second highest salary</a:t>
            </a:r>
            <a:endParaRPr lang="en-US" u="sng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0029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F3531-E497-B837-9E76-7D4D0B7E0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Table of </a:t>
            </a:r>
            <a:r>
              <a:rPr lang="en-IN" b="1" u="sng" dirty="0"/>
              <a:t>Self-Contained Subquery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DC7EAE-5724-C280-1F8C-9B1693413952}"/>
              </a:ext>
            </a:extLst>
          </p:cNvPr>
          <p:cNvGraphicFramePr>
            <a:graphicFrameLocks noGrp="1"/>
          </p:cNvGraphicFramePr>
          <p:nvPr/>
        </p:nvGraphicFramePr>
        <p:xfrm>
          <a:off x="1146476" y="2394462"/>
          <a:ext cx="8128000" cy="302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5104275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636652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491319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49937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Dependent on Outer Query?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Self-Contained?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86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Subquery in WHERE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salary &gt; (SELECT AVG)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</a:t>
                      </a:r>
                      <a:r>
                        <a:rPr lang="en-IN" dirty="0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073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Subquery in SELECT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Select name,(Select COUNT(*) from Employees)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</a:t>
                      </a:r>
                      <a:r>
                        <a:rPr lang="en-IN" dirty="0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017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Subquery in FROM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</a:t>
                      </a:r>
                      <a:r>
                        <a:rPr lang="en-IN" dirty="0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005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 / ANY / 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dept_id IN (SELECT)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</a:t>
                      </a:r>
                      <a:r>
                        <a:rPr lang="en-IN" dirty="0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713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EXISTS (if no outer reference)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EXISTS(SELECT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</a:t>
                      </a:r>
                      <a:r>
                        <a:rPr lang="en-IN" dirty="0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582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586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980280"/>
            <a:ext cx="9153698" cy="1733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25" y="1113250"/>
            <a:ext cx="10577825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550" y="1366752"/>
            <a:ext cx="11381376" cy="512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32449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 u="sng"/>
              <a:t>Ques 2:</a:t>
            </a:r>
            <a:endParaRPr b="1" u="sng"/>
          </a:p>
        </p:txBody>
      </p:sp>
      <p:pic>
        <p:nvPicPr>
          <p:cNvPr id="108" name="Google Shape;108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15758" y="1690688"/>
            <a:ext cx="10515600" cy="4658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600" y="1666875"/>
            <a:ext cx="10239375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Office PowerPoint</Application>
  <PresentationFormat>Widescreen</PresentationFormat>
  <Paragraphs>57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Symbol</vt:lpstr>
      <vt:lpstr>Times New Roman</vt:lpstr>
      <vt:lpstr>Office Theme</vt:lpstr>
      <vt:lpstr>PowerPoint Presentation</vt:lpstr>
      <vt:lpstr>Subqueries: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 2: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Shalabh Bhatiya</dc:creator>
  <cp:lastModifiedBy>Shalabh Bhatiya</cp:lastModifiedBy>
  <cp:revision>1</cp:revision>
  <dcterms:created xsi:type="dcterms:W3CDTF">2025-11-30T09:58:49Z</dcterms:created>
  <dcterms:modified xsi:type="dcterms:W3CDTF">2025-12-07T18:16:23Z</dcterms:modified>
</cp:coreProperties>
</file>