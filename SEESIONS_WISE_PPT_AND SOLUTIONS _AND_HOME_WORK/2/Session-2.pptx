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nARjctQJ4qQ35qhyQ7PooGyew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8DCBEB-3154-44F8-BF8F-44842F8336A4}">
  <a:tblStyle styleId="{1A8DCBEB-3154-44F8-BF8F-44842F8336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" name="Google Shape;11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1320757" cy="79902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leetcode.com/problems/delete-duplicate-emails/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john@example.com" TargetMode="External"/><Relationship Id="rId4" Type="http://schemas.openxmlformats.org/officeDocument/2006/relationships/hyperlink" Target="mailto:bob@example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leetcode.com/problems/average-time-of-process-per-machine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1390436" y="113015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b="0" i="0" lang="en-IN" sz="6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Winter Winning Camp</a:t>
            </a:r>
            <a:endParaRPr b="0" i="0" sz="6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318517" y="377883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Career Planning &amp; Development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 u="sng">
                <a:solidFill>
                  <a:schemeClr val="hlink"/>
                </a:solidFill>
                <a:hlinkClick r:id="rId3"/>
              </a:rPr>
              <a:t>Delete Duplicate Emails</a:t>
            </a:r>
            <a:endParaRPr b="1" u="sng"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u="sng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u="sng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u="sng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u="sng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u="sng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186" y="1794546"/>
            <a:ext cx="9385358" cy="263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5813" y="4428138"/>
            <a:ext cx="9286875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idx="1" type="body"/>
          </p:nvPr>
        </p:nvSpPr>
        <p:spPr>
          <a:xfrm>
            <a:off x="663539" y="76738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u="sng"/>
              <a:t>Output</a:t>
            </a:r>
            <a:r>
              <a:rPr lang="en-IN"/>
              <a:t>:</a:t>
            </a:r>
            <a:endParaRPr/>
          </a:p>
        </p:txBody>
      </p:sp>
      <p:graphicFrame>
        <p:nvGraphicFramePr>
          <p:cNvPr id="100" name="Google Shape;100;p3"/>
          <p:cNvGraphicFramePr/>
          <p:nvPr/>
        </p:nvGraphicFramePr>
        <p:xfrm>
          <a:off x="920394" y="15482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{1A8DCBEB-3154-44F8-BF8F-44842F8336A4}</a:tableStyleId>
              </a:tblPr>
              <a:tblGrid>
                <a:gridCol w="5257800"/>
                <a:gridCol w="5257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email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sng" cap="none" strike="noStrike">
                          <a:solidFill>
                            <a:schemeClr val="hlink"/>
                          </a:solidFill>
                          <a:hlinkClick r:id="rId3"/>
                        </a:rPr>
                        <a:t>john@example.com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sng" cap="none" strike="noStrike">
                          <a:solidFill>
                            <a:schemeClr val="hlink"/>
                          </a:solidFill>
                          <a:hlinkClick r:id="rId4"/>
                        </a:rPr>
                        <a:t>bob@example.com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 u="sng">
                <a:solidFill>
                  <a:schemeClr val="hlink"/>
                </a:solidFill>
                <a:hlinkClick r:id="rId3"/>
              </a:rPr>
              <a:t>Average Time of Process per Machine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 u="sng"/>
              <a:t>Ques 2</a:t>
            </a:r>
            <a:r>
              <a:rPr lang="en-IN"/>
              <a:t>: You are given an </a:t>
            </a:r>
            <a:r>
              <a:rPr b="1" lang="en-IN"/>
              <a:t>Activity</a:t>
            </a:r>
            <a:r>
              <a:rPr lang="en-IN"/>
              <a:t> table that records when each process on each machine starts and ends.</a:t>
            </a:r>
            <a:br>
              <a:rPr lang="en-IN"/>
            </a:br>
            <a:r>
              <a:rPr lang="en-IN"/>
              <a:t>Each process has exactly one start and one end entry, and start always occurs before end.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Your task is to </a:t>
            </a:r>
            <a:r>
              <a:rPr b="1" lang="en-IN"/>
              <a:t>calculate the average processing time</a:t>
            </a:r>
            <a:r>
              <a:rPr lang="en-IN"/>
              <a:t> for each machine.</a:t>
            </a:r>
            <a:br>
              <a:rPr lang="en-IN"/>
            </a:br>
            <a:r>
              <a:rPr lang="en-IN"/>
              <a:t>A process's processing time = end.timestamp – start.timestamp.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Return one row per machine with  machine_id, processing_time (rounded to </a:t>
            </a:r>
            <a:r>
              <a:rPr b="1" lang="en-IN"/>
              <a:t>3 decimal places</a:t>
            </a:r>
            <a:r>
              <a:rPr lang="en-IN"/>
              <a:t>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75" y="1653250"/>
            <a:ext cx="10125075" cy="50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 u="sng"/>
              <a:t>Output:</a:t>
            </a:r>
            <a:endParaRPr b="1" u="sng"/>
          </a:p>
        </p:txBody>
      </p:sp>
      <p:graphicFrame>
        <p:nvGraphicFramePr>
          <p:cNvPr id="117" name="Google Shape;117;p6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{1A8DCBEB-3154-44F8-BF8F-44842F8336A4}</a:tableStyleId>
              </a:tblPr>
              <a:tblGrid>
                <a:gridCol w="5257800"/>
                <a:gridCol w="5257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machine_id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processing_time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0.894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0.995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1.456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2025-11-30T09:25:36Z</dcterms:created>
  <dc:creator>Shalabh Bhatiya</dc:creator>
</cp:coreProperties>
</file>