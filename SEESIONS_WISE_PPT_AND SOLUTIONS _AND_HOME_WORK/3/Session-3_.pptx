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gHy6LtpMO20YyQoiqxr0Khf5Dp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1320757" cy="79902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list-the-products-ordered-in-a-period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1390436" y="113015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IN"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Winter Winning Camp</a:t>
            </a:r>
            <a:endParaRPr sz="6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318517" y="377883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Career Planning &amp; Development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 u="sng">
                <a:solidFill>
                  <a:schemeClr val="hlink"/>
                </a:solidFill>
                <a:hlinkClick r:id="rId3"/>
              </a:rPr>
              <a:t>List the Products Ordered in a Period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 u="sng"/>
              <a:t>Ques 1  </a:t>
            </a:r>
            <a:r>
              <a:rPr lang="en-IN"/>
              <a:t>You are given two tables: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Products</a:t>
            </a:r>
            <a:r>
              <a:rPr lang="en-IN"/>
              <a:t>: product details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b="1"/>
              <a:t>Orders</a:t>
            </a:r>
            <a:r>
              <a:rPr lang="en-IN"/>
              <a:t>: units ordered on different dates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u="sng"/>
              <a:t>Your task:</a:t>
            </a:r>
            <a:br>
              <a:rPr lang="en-IN"/>
            </a:br>
            <a:r>
              <a:rPr lang="en-IN"/>
              <a:t>Find </a:t>
            </a:r>
            <a:r>
              <a:rPr lang="en-IN" b="1"/>
              <a:t>product names</a:t>
            </a:r>
            <a:r>
              <a:rPr lang="en-IN"/>
              <a:t> whose </a:t>
            </a:r>
            <a:r>
              <a:rPr lang="en-IN" b="1"/>
              <a:t>total ordered units in February 2020 (2020-02-01 to 2020-02-29)</a:t>
            </a:r>
            <a:r>
              <a:rPr lang="en-IN"/>
              <a:t> are </a:t>
            </a:r>
            <a:r>
              <a:rPr lang="en-IN" b="1"/>
              <a:t>at least 100</a:t>
            </a:r>
            <a:r>
              <a:rPr lang="en-IN"/>
              <a:t>, and also show their </a:t>
            </a:r>
            <a:r>
              <a:rPr lang="en-IN" b="1"/>
              <a:t>total units</a:t>
            </a:r>
            <a:r>
              <a:rPr lang="en-IN"/>
              <a:t>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800" y="1747800"/>
            <a:ext cx="1103947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03" name="Google Shape;10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450" y="1310488"/>
            <a:ext cx="9639300" cy="538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488" y="1521988"/>
            <a:ext cx="9515475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19FAC-22C8-D0FF-B839-3B7161795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Exclusive Join </a:t>
            </a:r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exclusive join</a:t>
            </a:r>
            <a:r>
              <a:rPr lang="en-US" dirty="0"/>
              <a:t> returns rows from </a:t>
            </a:r>
            <a:r>
              <a:rPr lang="en-US" b="1" dirty="0"/>
              <a:t>one table that have no match in another table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Or </a:t>
            </a:r>
          </a:p>
          <a:p>
            <a:pPr marL="0" indent="0">
              <a:buNone/>
            </a:pPr>
            <a:r>
              <a:rPr lang="en-US" dirty="0"/>
              <a:t>“Give me all rows in Table A that </a:t>
            </a:r>
            <a:r>
              <a:rPr lang="en-US" b="1" dirty="0"/>
              <a:t>don’t exist</a:t>
            </a:r>
            <a:r>
              <a:rPr lang="en-US" dirty="0"/>
              <a:t> in Table B.”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708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671" y="1276006"/>
            <a:ext cx="11534452" cy="5200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225" y="1345915"/>
            <a:ext cx="11763908" cy="5294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103</Words>
  <Application>Microsoft Office PowerPoint</Application>
  <PresentationFormat>Widescreen</PresentationFormat>
  <Paragraphs>12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List the Products Ordered in a Period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Shalabh Bhatiya</dc:creator>
  <cp:lastModifiedBy>Shalabh Bhatiya</cp:lastModifiedBy>
  <cp:revision>1</cp:revision>
  <dcterms:created xsi:type="dcterms:W3CDTF">2025-11-30T09:38:37Z</dcterms:created>
  <dcterms:modified xsi:type="dcterms:W3CDTF">2025-12-05T06:00:53Z</dcterms:modified>
</cp:coreProperties>
</file>